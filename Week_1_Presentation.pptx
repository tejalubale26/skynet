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78" r:id="rId3"/>
    <p:sldId id="279" r:id="rId4"/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940F1-4F71-4775-B6CF-F698BF12F7F1}" type="datetimeFigureOut">
              <a:rPr lang="en-US" smtClean="0"/>
              <a:t>6/22/2024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CD8B2-6115-40E9-8533-2E919876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3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4676-1525-4D27-86D2-AB17AF193573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05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3911-FFC3-4C91-877D-BA73F85C225B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4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230B-3B07-4CA9-A595-8DA5E3D5F4C2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7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FF63-59E3-455F-9B4B-4430096049E1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5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BCD20-EAFF-4C3C-99B9-1FE82B51552A}" type="datetime1">
              <a:rPr lang="en-US" smtClean="0"/>
              <a:t>6/22/2024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6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78FA-9170-4EB1-9B6F-8DD0004A5ED3}" type="datetime1">
              <a:rPr lang="en-US" smtClean="0"/>
              <a:t>6/22/2024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1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FE8AE-892E-48CF-A6D6-4AE81C1541DA}" type="datetime1">
              <a:rPr lang="en-US" smtClean="0"/>
              <a:t>6/22/2024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39FE9-5A19-4606-9D81-A133E6B63A38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8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82E36-85B9-4CFE-A758-8975FE8AE018}" type="datetime1">
              <a:rPr lang="en-US" smtClean="0"/>
              <a:t>6/22/2024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25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0AE4F-B087-4B50-8B9E-815DE9860EC7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4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489CD-6E86-4A9D-B865-816015024D4C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9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368C0-941B-456C-B58A-B16CB5724491}" type="datetime1">
              <a:rPr lang="en-US" smtClean="0"/>
              <a:t>6/22/2024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EC024-D20A-4A05-A9E9-FFBDAF5E7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AF354F4-DEAC-0BBF-E7D9-72B17AC97018}"/>
              </a:ext>
            </a:extLst>
          </p:cNvPr>
          <p:cNvSpPr txBox="1">
            <a:spLocks/>
          </p:cNvSpPr>
          <p:nvPr/>
        </p:nvSpPr>
        <p:spPr>
          <a:xfrm>
            <a:off x="841248" y="256032"/>
            <a:ext cx="10506456" cy="10149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International Summer Internship Program – 2024</a:t>
            </a:r>
          </a:p>
          <a:p>
            <a:pPr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(ISIP – 2024)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/>
          </p:cNvSpPr>
          <p:nvPr/>
        </p:nvSpPr>
        <p:spPr>
          <a:xfrm>
            <a:off x="980909" y="3429000"/>
            <a:ext cx="10221679" cy="2964619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58952">
              <a:spcAft>
                <a:spcPts val="600"/>
              </a:spcAft>
            </a:pPr>
            <a:r>
              <a:rPr lang="en-IN" sz="1660" b="1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 &amp; Affiliation</a:t>
            </a:r>
            <a:r>
              <a:rPr lang="en-US" sz="1660" b="1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Students</a:t>
            </a:r>
          </a:p>
          <a:p>
            <a:pPr defTabSz="758952">
              <a:spcAft>
                <a:spcPts val="600"/>
              </a:spcAft>
            </a:pPr>
            <a:r>
              <a:rPr lang="en-US" sz="1660" dirty="0"/>
              <a:t>Mr. Adyansh Gupta </a:t>
            </a:r>
            <a:r>
              <a:rPr lang="en-US" sz="1660" i="1" dirty="0"/>
              <a:t>(Student, BTech Mechanical Engineering, Vishwakarma Institute of Information Technology, India)</a:t>
            </a:r>
          </a:p>
          <a:p>
            <a:pPr defTabSz="758952">
              <a:spcAft>
                <a:spcPts val="600"/>
              </a:spcAft>
            </a:pPr>
            <a:r>
              <a:rPr lang="en-US" sz="166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 Tejal </a:t>
            </a:r>
            <a:r>
              <a:rPr lang="en-US" sz="166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Dattu</a:t>
            </a:r>
            <a:r>
              <a:rPr lang="en-US" sz="166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Ubale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(Student, </a:t>
            </a:r>
            <a:r>
              <a:rPr lang="en-US" sz="166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Bsc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computer science, </a:t>
            </a:r>
            <a:r>
              <a:rPr lang="en-US" sz="166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Pillia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college, India)</a:t>
            </a:r>
          </a:p>
          <a:p>
            <a:pPr defTabSz="758952">
              <a:spcAft>
                <a:spcPts val="600"/>
              </a:spcAft>
            </a:pPr>
            <a:r>
              <a:rPr lang="en-US" sz="166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Miss Anushka Kadam 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(Graduated , Computer engineering, MGMCET , India)</a:t>
            </a:r>
          </a:p>
          <a:p>
            <a:pPr defTabSz="758952">
              <a:spcAft>
                <a:spcPts val="600"/>
              </a:spcAft>
            </a:pPr>
            <a:endParaRPr lang="en-US" sz="166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758952">
              <a:spcAft>
                <a:spcPts val="600"/>
              </a:spcAft>
            </a:pPr>
            <a:r>
              <a:rPr lang="en-US" sz="1660" b="1" i="1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the guidance of</a:t>
            </a:r>
          </a:p>
          <a:p>
            <a:pPr algn="l"/>
            <a:r>
              <a:rPr lang="en-US" sz="1660" dirty="0"/>
              <a:t>Dr </a:t>
            </a:r>
            <a:r>
              <a:rPr lang="en-IN" sz="1660" dirty="0" err="1"/>
              <a:t>Abderrahim</a:t>
            </a:r>
            <a:r>
              <a:rPr lang="en-IN" sz="1660" dirty="0"/>
              <a:t> Benslimane</a:t>
            </a:r>
            <a:r>
              <a:rPr lang="en-US" sz="1660" dirty="0"/>
              <a:t> </a:t>
            </a:r>
            <a:r>
              <a:rPr lang="en-US" sz="1660" i="1" dirty="0"/>
              <a:t>(Professor, Computer Science Department, University of Avignon, France)</a:t>
            </a:r>
          </a:p>
          <a:p>
            <a:pPr defTabSz="758952">
              <a:spcAft>
                <a:spcPts val="600"/>
              </a:spcAft>
            </a:pPr>
            <a:r>
              <a:rPr lang="en-US" sz="1660" dirty="0"/>
              <a:t>Prof. Pallavi </a:t>
            </a:r>
            <a:r>
              <a:rPr lang="en-US" sz="1660" dirty="0" err="1"/>
              <a:t>Dongare</a:t>
            </a:r>
            <a:r>
              <a:rPr lang="en-US" sz="166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(Assistant Professor, </a:t>
            </a:r>
            <a:r>
              <a:rPr lang="en-US" sz="1660" i="1" dirty="0"/>
              <a:t>Civil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Engineering Department, </a:t>
            </a:r>
            <a:r>
              <a:rPr lang="en-US" sz="166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Vishwaniketan’s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66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iMEET</a:t>
            </a:r>
            <a:r>
              <a:rPr lang="en-US" sz="166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India)</a:t>
            </a:r>
          </a:p>
          <a:p>
            <a:pPr defTabSz="758952">
              <a:spcAft>
                <a:spcPts val="600"/>
              </a:spcAft>
            </a:pPr>
            <a:endParaRPr lang="en-US" sz="2000" i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766DCA-AFFF-C5A3-806B-03343620235A}"/>
              </a:ext>
            </a:extLst>
          </p:cNvPr>
          <p:cNvSpPr txBox="1">
            <a:spLocks/>
          </p:cNvSpPr>
          <p:nvPr/>
        </p:nvSpPr>
        <p:spPr>
          <a:xfrm>
            <a:off x="980908" y="2080549"/>
            <a:ext cx="10221679" cy="11953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58952">
              <a:spcAft>
                <a:spcPts val="600"/>
              </a:spcAft>
            </a:pPr>
            <a:r>
              <a:rPr lang="en-US" sz="2822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Review Presentation</a:t>
            </a:r>
            <a:br>
              <a:rPr lang="en-US" sz="2822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324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</a:t>
            </a:r>
            <a:br>
              <a:rPr lang="en-US" sz="2822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822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of an Autonomous Drone for Indoor Navigation, Object Detection, and Face Recognition</a:t>
            </a:r>
            <a:endParaRPr lang="en-US" sz="3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DEE15-9401-28CE-65AE-0CC511770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0" cmpd="sng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53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Crazyflie</a:t>
            </a:r>
            <a:r>
              <a:rPr lang="en-IN" dirty="0"/>
              <a:t> 2.1: </a:t>
            </a:r>
            <a:r>
              <a:rPr lang="en-IN" dirty="0" err="1"/>
              <a:t>AutoNav</a:t>
            </a:r>
            <a:r>
              <a:rPr lang="en-IN" dirty="0"/>
              <a:t> &amp; Vision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0A4F19-A45B-53D5-C09F-042479F82804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9281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Problem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5DC46-1A72-60F9-FCAD-A4698C11F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0" cmpd="sng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9DBEB68-8330-8D84-1E9B-8EC32A9D4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67" y="1254752"/>
            <a:ext cx="6624975" cy="48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Crazyflie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2.1 Drone - This small, programmable drone provides a maneuverable base for our autonomous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Decks:</a:t>
            </a: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Multiranger</a:t>
            </a:r>
            <a:r>
              <a:rPr kumimoji="0" lang="en-US" altLang="en-US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Deck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distance measurements from all four directions (front, back, left, right) and the top of the drone, crucial for obstacle detection and safe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Deck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Measures distance from the bottom of the drone and its direction of movement, enhancing stability and low-altitude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Deck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on-board processing for computer vision tasks. This allows the drone to directly utilize a camera for object detection and facial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Vision: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will leverage YoloV8, a deep learning model, for object detection and facial recognition tasks using the camera and AI Deck.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SLAM (Simultaneous Localization and Mapping):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drone's distance sensors will be used to build a real-time 2D map of its environment, including obstacles and walls. This map is essential for path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Planning - A Algorithm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efficient search algorithm will analyze the generated 2D map and identify the shortest path for the drone to navigate towards its target while avoiding obstacles. 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>
                <a:extLst>
                  <a:ext uri="{FF2B5EF4-FFF2-40B4-BE49-F238E27FC236}">
                    <a16:creationId xmlns:a16="http://schemas.microsoft.com/office/drawing/2014/main" id="{A45F5578-B668-0205-1E6D-DAB63ABCDC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1224" y="1912004"/>
              <a:ext cx="3933051" cy="286646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33051" cy="2866462"/>
                    </a:xfrm>
                    <a:prstGeom prst="rect">
                      <a:avLst/>
                    </a:prstGeom>
                  </am3d:spPr>
                  <am3d:camera>
                    <am3d:pos x="0" y="0" z="6778469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377447" d="1000000"/>
                    <am3d:preTrans dx="-3154509" dy="-596531" dz="-116397"/>
                    <am3d:scale>
                      <am3d:sx n="1000000" d="1000000"/>
                      <am3d:sy n="1000000" d="1000000"/>
                      <am3d:sz n="1000000" d="1000000"/>
                    </am3d:scale>
                    <am3d:rot ax="2013128" ay="-543035" az="-35733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>
                <a:extLst>
                  <a:ext uri="{FF2B5EF4-FFF2-40B4-BE49-F238E27FC236}">
                    <a16:creationId xmlns:a16="http://schemas.microsoft.com/office/drawing/2014/main" id="{A45F5578-B668-0205-1E6D-DAB63ABCDC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1224" y="1912004"/>
                <a:ext cx="3933051" cy="28664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023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Crazyflie</a:t>
            </a:r>
            <a:r>
              <a:rPr lang="en-IN" dirty="0"/>
              <a:t> 2.1: </a:t>
            </a:r>
            <a:r>
              <a:rPr lang="en-IN" dirty="0" err="1"/>
              <a:t>AutoNav</a:t>
            </a:r>
            <a:r>
              <a:rPr lang="en-IN" dirty="0"/>
              <a:t> &amp; Vision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B0A4F19-A45B-53D5-C09F-042479F82804}"/>
              </a:ext>
            </a:extLst>
          </p:cNvPr>
          <p:cNvSpPr txBox="1">
            <a:spLocks/>
          </p:cNvSpPr>
          <p:nvPr/>
        </p:nvSpPr>
        <p:spPr>
          <a:xfrm>
            <a:off x="738188" y="145199"/>
            <a:ext cx="10515600" cy="59281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Gantt 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35DC46-1A72-60F9-FCAD-A4698C11FC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0" cmpd="sng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45EB50-A415-91A0-05D7-AD3265BC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" y="883215"/>
            <a:ext cx="11759466" cy="516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2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Drone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C024-D20A-4A05-A9E9-FFBDAF5E70CF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C3BABA-E5A8-1EB8-85D9-964A1B837A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27000" cmpd="sng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>
                <a:extLst>
                  <a:ext uri="{FF2B5EF4-FFF2-40B4-BE49-F238E27FC236}">
                    <a16:creationId xmlns:a16="http://schemas.microsoft.com/office/drawing/2014/main" id="{B75C87E3-4910-AA58-D225-30C09DF09B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8895417"/>
                  </p:ext>
                </p:extLst>
              </p:nvPr>
            </p:nvGraphicFramePr>
            <p:xfrm>
              <a:off x="4407323" y="79722"/>
              <a:ext cx="3958971" cy="614010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58971" cy="6140103"/>
                    </a:xfrm>
                    <a:prstGeom prst="rect">
                      <a:avLst/>
                    </a:prstGeom>
                  </am3d:spPr>
                  <am3d:camera>
                    <am3d:pos x="0" y="0" z="6578222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29172" d="1000000"/>
                    <am3d:preTrans dx="-3768361" dy="-19267554" dz="-1908308"/>
                    <am3d:scale>
                      <am3d:sx n="1000000" d="1000000"/>
                      <am3d:sy n="1000000" d="1000000"/>
                      <am3d:sz n="1000000" d="1000000"/>
                    </am3d:scale>
                    <am3d:rot ax="5399474" ay="-4850099" az="-539948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4931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>
                <a:extLst>
                  <a:ext uri="{FF2B5EF4-FFF2-40B4-BE49-F238E27FC236}">
                    <a16:creationId xmlns:a16="http://schemas.microsoft.com/office/drawing/2014/main" id="{B75C87E3-4910-AA58-D225-30C09DF09B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7323" y="79722"/>
                <a:ext cx="3958971" cy="61401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701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346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Research (Proper Case)</dc:title>
  <dc:creator>Archana Bhise (Dr.)</dc:creator>
  <cp:lastModifiedBy>Adyansh  Gupta</cp:lastModifiedBy>
  <cp:revision>25</cp:revision>
  <dcterms:created xsi:type="dcterms:W3CDTF">2020-07-07T07:44:26Z</dcterms:created>
  <dcterms:modified xsi:type="dcterms:W3CDTF">2024-06-22T16:28:15Z</dcterms:modified>
</cp:coreProperties>
</file>